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797675" cy="9928225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8" autoAdjust="0"/>
    <p:restoredTop sz="94660"/>
  </p:normalViewPr>
  <p:slideViewPr>
    <p:cSldViewPr snapToGrid="0">
      <p:cViewPr varScale="1">
        <p:scale>
          <a:sx n="86" d="100"/>
          <a:sy n="86" d="100"/>
        </p:scale>
        <p:origin x="120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tsikko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9EB39032-4F1A-CE78-5FAE-FA59E596CF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EF2DD239-7318-B3FC-2B80-060F8C540A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i-FI"/>
              <a:t>Muokkaa alaotsikon perustyyliä napsautt.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C47121E9-30C8-21AD-8E9D-6CECB88B9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09DDB-C450-4585-B18D-66894764832A}" type="datetimeFigureOut">
              <a:rPr lang="fi-FI" smtClean="0"/>
              <a:t>21.9.2025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761DC5CC-9E71-20FA-443D-47354F131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71373FE3-751E-09BE-3C16-8463E5486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E5914-9565-4609-9898-C0A76339768B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148512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C8223D87-795A-5CD5-EABE-E43D99C12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DB023934-D63A-30A7-FE1C-BAC1B95A5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F14754DF-67BE-7890-9D91-8B95E92E1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09DDB-C450-4585-B18D-66894764832A}" type="datetimeFigureOut">
              <a:rPr lang="fi-FI" smtClean="0"/>
              <a:t>21.9.2025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9E5F2A47-9949-1BEC-5FFE-DD057EE20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DC6971BA-FD95-9BDD-00CC-29D8BF1F6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E5914-9565-4609-9898-C0A76339768B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662490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san ylätunn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85F9242C-818A-674F-9409-20F1FFBAB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A06737BB-51E1-9DAA-BDDB-F0653CDD0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C1BE4A31-7E9B-8F1B-4CA5-F8867E2AB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09DDB-C450-4585-B18D-66894764832A}" type="datetimeFigureOut">
              <a:rPr lang="fi-FI" smtClean="0"/>
              <a:t>21.9.2025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365E985B-8A3F-2B85-555D-5A1F569F8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362D0AED-8612-3DA9-5879-5D319C536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E5914-9565-4609-9898-C0A76339768B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28987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i sisältökohd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FA5B2774-BAC9-1F93-BB7E-48F198F2E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3C3838F3-E823-0B95-A259-E719EF1A2C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7F10C089-6CDA-F1F5-D11E-ECBB3F8299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15EE1A84-AA16-171B-9004-DD460C67B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09DDB-C450-4585-B18D-66894764832A}" type="datetimeFigureOut">
              <a:rPr lang="fi-FI" smtClean="0"/>
              <a:t>21.9.2025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37EC8A5F-3CC1-5F91-1442-50610D3F4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069E8EDF-5550-E536-0A9C-C604888D3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E5914-9565-4609-9898-C0A76339768B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920162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tai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AB8BBCE1-0C8A-42A1-F8C9-4C47BBD89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839F6396-BA1E-B109-117F-1DBAEE293A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E9AD4AC7-9CDA-3F6B-45AF-DF3472F2E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Tekstin paikkamerkki 4">
            <a:extLst>
              <a:ext uri="{FF2B5EF4-FFF2-40B4-BE49-F238E27FC236}">
                <a16:creationId xmlns:a16="http://schemas.microsoft.com/office/drawing/2014/main" id="{84EF87AD-DA23-9A67-948C-ED804270B0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6" name="Sisällön paikkamerkki 5">
            <a:extLst>
              <a:ext uri="{FF2B5EF4-FFF2-40B4-BE49-F238E27FC236}">
                <a16:creationId xmlns:a16="http://schemas.microsoft.com/office/drawing/2014/main" id="{DF50A157-ABAC-A6F3-8AD3-3A666CDE37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7" name="Päivämäärän paikkamerkki 6">
            <a:extLst>
              <a:ext uri="{FF2B5EF4-FFF2-40B4-BE49-F238E27FC236}">
                <a16:creationId xmlns:a16="http://schemas.microsoft.com/office/drawing/2014/main" id="{ADEA41AE-BE30-9C01-3572-784370264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09DDB-C450-4585-B18D-66894764832A}" type="datetimeFigureOut">
              <a:rPr lang="fi-FI" smtClean="0"/>
              <a:t>21.9.2025</a:t>
            </a:fld>
            <a:endParaRPr lang="fi-FI"/>
          </a:p>
        </p:txBody>
      </p:sp>
      <p:sp>
        <p:nvSpPr>
          <p:cNvPr id="8" name="Alatunnisteen paikkamerkki 7">
            <a:extLst>
              <a:ext uri="{FF2B5EF4-FFF2-40B4-BE49-F238E27FC236}">
                <a16:creationId xmlns:a16="http://schemas.microsoft.com/office/drawing/2014/main" id="{603DC23C-023E-F88E-6CCE-9B8C79B21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9" name="Dian numeron paikkamerkki 8">
            <a:extLst>
              <a:ext uri="{FF2B5EF4-FFF2-40B4-BE49-F238E27FC236}">
                <a16:creationId xmlns:a16="http://schemas.microsoft.com/office/drawing/2014/main" id="{B948748A-161F-42D5-8951-C21FCEE5A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E5914-9565-4609-9898-C0A76339768B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485148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FCC66702-3443-8B85-A9D9-102862BE1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äivämäärän paikkamerkki 2">
            <a:extLst>
              <a:ext uri="{FF2B5EF4-FFF2-40B4-BE49-F238E27FC236}">
                <a16:creationId xmlns:a16="http://schemas.microsoft.com/office/drawing/2014/main" id="{3143F3FB-B1DE-D874-BA8B-040331B14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09DDB-C450-4585-B18D-66894764832A}" type="datetimeFigureOut">
              <a:rPr lang="fi-FI" smtClean="0"/>
              <a:t>21.9.2025</a:t>
            </a:fld>
            <a:endParaRPr lang="fi-FI"/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79E2A3A7-7BA7-03BC-BE77-B69B928CC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5" name="Dian numeron paikkamerkki 4">
            <a:extLst>
              <a:ext uri="{FF2B5EF4-FFF2-40B4-BE49-F238E27FC236}">
                <a16:creationId xmlns:a16="http://schemas.microsoft.com/office/drawing/2014/main" id="{B8351D04-9BBE-1B0F-F9CA-09E6A47EF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E5914-9565-4609-9898-C0A76339768B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203097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vämäärän paikkamerkki 1">
            <a:extLst>
              <a:ext uri="{FF2B5EF4-FFF2-40B4-BE49-F238E27FC236}">
                <a16:creationId xmlns:a16="http://schemas.microsoft.com/office/drawing/2014/main" id="{6A7B9A7C-D18F-34BA-524C-C0B5D39BA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09DDB-C450-4585-B18D-66894764832A}" type="datetimeFigureOut">
              <a:rPr lang="fi-FI" smtClean="0"/>
              <a:t>21.9.2025</a:t>
            </a:fld>
            <a:endParaRPr lang="fi-FI"/>
          </a:p>
        </p:txBody>
      </p:sp>
      <p:sp>
        <p:nvSpPr>
          <p:cNvPr id="3" name="Alatunnisteen paikkamerkki 2">
            <a:extLst>
              <a:ext uri="{FF2B5EF4-FFF2-40B4-BE49-F238E27FC236}">
                <a16:creationId xmlns:a16="http://schemas.microsoft.com/office/drawing/2014/main" id="{EE524DB0-83BE-29DF-78AB-D5B14A11E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B29A541C-84D9-132B-2FE3-77E54CD25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E5914-9565-4609-9898-C0A76339768B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247113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Kuvatekstillinen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0D008FF5-B809-D3CE-B542-9C90FD3A8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BACA5AE9-ED30-5E39-99B1-DAED07B4B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Tekstin paikkamerkki 3">
            <a:extLst>
              <a:ext uri="{FF2B5EF4-FFF2-40B4-BE49-F238E27FC236}">
                <a16:creationId xmlns:a16="http://schemas.microsoft.com/office/drawing/2014/main" id="{9FA9CDCF-3481-BD99-5C54-26A262C9BD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EE623091-3003-5D4E-8CE4-8DBDF1B82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09DDB-C450-4585-B18D-66894764832A}" type="datetimeFigureOut">
              <a:rPr lang="fi-FI" smtClean="0"/>
              <a:t>21.9.2025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F3FADD73-DB24-3595-F9E3-F5C709556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8FCFCFA4-EFD6-D9DF-217B-C2011AD1F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E5914-9565-4609-9898-C0A76339768B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033313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uvatekstillinen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FDA062B9-61FF-5026-12A1-7AF189F33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Kuvan paikkamerkki 2">
            <a:extLst>
              <a:ext uri="{FF2B5EF4-FFF2-40B4-BE49-F238E27FC236}">
                <a16:creationId xmlns:a16="http://schemas.microsoft.com/office/drawing/2014/main" id="{78C4EA64-BC48-1B5B-AEF2-227F56B4C3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i-FI"/>
          </a:p>
        </p:txBody>
      </p:sp>
      <p:sp>
        <p:nvSpPr>
          <p:cNvPr id="4" name="Tekstin paikkamerkki 3">
            <a:extLst>
              <a:ext uri="{FF2B5EF4-FFF2-40B4-BE49-F238E27FC236}">
                <a16:creationId xmlns:a16="http://schemas.microsoft.com/office/drawing/2014/main" id="{011F093E-E537-E7A6-EB02-3582D9AD4B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8F67DC51-F3F4-7AF0-58A2-77892C398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09DDB-C450-4585-B18D-66894764832A}" type="datetimeFigureOut">
              <a:rPr lang="fi-FI" smtClean="0"/>
              <a:t>21.9.2025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EB7397B7-C030-AB66-4EE2-A789805B9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06BE7D80-F837-2CFA-B8A8-2EEA892E0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E5914-9565-4609-9898-C0A76339768B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512274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tsikko ja pystysuor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D8438FB6-3724-2F71-2441-EDE4203A5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ystysuoran tekstin paikkamerkki 2">
            <a:extLst>
              <a:ext uri="{FF2B5EF4-FFF2-40B4-BE49-F238E27FC236}">
                <a16:creationId xmlns:a16="http://schemas.microsoft.com/office/drawing/2014/main" id="{209C80EB-D4C5-78EC-3064-CD1C2F4D71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5F1BCDA2-A308-68EB-80D6-063BC000A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09DDB-C450-4585-B18D-66894764832A}" type="datetimeFigureOut">
              <a:rPr lang="fi-FI" smtClean="0"/>
              <a:t>21.9.2025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0CF0F34B-6DDD-C44D-06A8-C89F32B68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26568C3C-FC83-C4A3-7172-42AB35DEB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E5914-9565-4609-9898-C0A76339768B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536252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Pystysuora otsikko j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ystysuora otsikko 1">
            <a:extLst>
              <a:ext uri="{FF2B5EF4-FFF2-40B4-BE49-F238E27FC236}">
                <a16:creationId xmlns:a16="http://schemas.microsoft.com/office/drawing/2014/main" id="{B88BEBD5-1F40-77F3-BF26-8459480476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ystysuoran tekstin paikkamerkki 2">
            <a:extLst>
              <a:ext uri="{FF2B5EF4-FFF2-40B4-BE49-F238E27FC236}">
                <a16:creationId xmlns:a16="http://schemas.microsoft.com/office/drawing/2014/main" id="{36D5B636-9B78-0B9A-DA89-FFA75F2E42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89165389-708F-2D88-6411-0F7A1A78B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09DDB-C450-4585-B18D-66894764832A}" type="datetimeFigureOut">
              <a:rPr lang="fi-FI" smtClean="0"/>
              <a:t>21.9.2025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B72EB325-FE8B-FD6C-F476-5C855D22B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3AC7954F-098B-8123-3682-E42927FB6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E5914-9565-4609-9898-C0A76339768B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676889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on paikkamerkki 1">
            <a:extLst>
              <a:ext uri="{FF2B5EF4-FFF2-40B4-BE49-F238E27FC236}">
                <a16:creationId xmlns:a16="http://schemas.microsoft.com/office/drawing/2014/main" id="{D069859D-29C6-6F3B-C541-E2FCE4A5C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9CA8D1D8-F0C6-54BE-7C84-8DD2C65D0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AB448CC3-B5BB-CD48-5B73-6798C48092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409DDB-C450-4585-B18D-66894764832A}" type="datetimeFigureOut">
              <a:rPr lang="fi-FI" smtClean="0"/>
              <a:t>21.9.2025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130D2F06-C9DE-85EA-D831-4B6F0D2269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101A27F3-EDE1-D2BB-4FA7-44B263A1B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DE5914-9565-4609-9898-C0A76339768B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352142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tsikko 3">
            <a:extLst>
              <a:ext uri="{FF2B5EF4-FFF2-40B4-BE49-F238E27FC236}">
                <a16:creationId xmlns:a16="http://schemas.microsoft.com/office/drawing/2014/main" id="{66A642EA-575C-73DA-7D62-EFE41DE17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Enneagrammitestin</a:t>
            </a:r>
            <a:r>
              <a:rPr lang="fi-FI" dirty="0"/>
              <a:t> pilotti</a:t>
            </a:r>
          </a:p>
        </p:txBody>
      </p:sp>
      <p:sp>
        <p:nvSpPr>
          <p:cNvPr id="5" name="Sisällön paikkamerkki 4">
            <a:extLst>
              <a:ext uri="{FF2B5EF4-FFF2-40B4-BE49-F238E27FC236}">
                <a16:creationId xmlns:a16="http://schemas.microsoft.com/office/drawing/2014/main" id="{5DE690DA-37E0-5EDC-C266-7AA3892BB00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fi-FI" sz="2400" dirty="0"/>
              <a:t>Kutsu kaverisi kokeilemaan</a:t>
            </a:r>
          </a:p>
          <a:p>
            <a:endParaRPr lang="fi-FI" sz="2400" dirty="0"/>
          </a:p>
          <a:p>
            <a:endParaRPr lang="fi-FI" sz="2400" dirty="0"/>
          </a:p>
          <a:p>
            <a:endParaRPr lang="fi-FI" sz="2400" dirty="0"/>
          </a:p>
          <a:p>
            <a:endParaRPr lang="fi-FI" sz="2400" dirty="0"/>
          </a:p>
          <a:p>
            <a:endParaRPr lang="fi-FI" sz="2400" dirty="0"/>
          </a:p>
          <a:p>
            <a:pPr marL="0" indent="0">
              <a:buNone/>
            </a:pPr>
            <a:endParaRPr lang="fi-FI" sz="2400" dirty="0"/>
          </a:p>
          <a:p>
            <a:r>
              <a:rPr lang="fi-FI" sz="2400" dirty="0"/>
              <a:t>https://enneagrammitesti.fi/pilotti/invite.php? </a:t>
            </a:r>
          </a:p>
        </p:txBody>
      </p:sp>
      <p:sp>
        <p:nvSpPr>
          <p:cNvPr id="6" name="Sisällön paikkamerkki 5">
            <a:extLst>
              <a:ext uri="{FF2B5EF4-FFF2-40B4-BE49-F238E27FC236}">
                <a16:creationId xmlns:a16="http://schemas.microsoft.com/office/drawing/2014/main" id="{82EA6221-3824-210F-4381-B38AB715B88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fi-FI" sz="2400" dirty="0"/>
              <a:t>Tee itse testi</a:t>
            </a:r>
          </a:p>
          <a:p>
            <a:endParaRPr lang="fi-FI" sz="2400" dirty="0"/>
          </a:p>
          <a:p>
            <a:endParaRPr lang="fi-FI" sz="2400" dirty="0"/>
          </a:p>
          <a:p>
            <a:endParaRPr lang="fi-FI" sz="2400" dirty="0"/>
          </a:p>
          <a:p>
            <a:endParaRPr lang="fi-FI" sz="2400" dirty="0"/>
          </a:p>
          <a:p>
            <a:endParaRPr lang="fi-FI" sz="2400" dirty="0"/>
          </a:p>
          <a:p>
            <a:endParaRPr lang="fi-FI" sz="2400" dirty="0"/>
          </a:p>
          <a:p>
            <a:r>
              <a:rPr lang="fi-FI" sz="2400" dirty="0"/>
              <a:t>https://enneagrammitesti.fi/pilotti/index.php?</a:t>
            </a:r>
          </a:p>
        </p:txBody>
      </p:sp>
      <p:pic>
        <p:nvPicPr>
          <p:cNvPr id="8" name="Kuva 7">
            <a:extLst>
              <a:ext uri="{FF2B5EF4-FFF2-40B4-BE49-F238E27FC236}">
                <a16:creationId xmlns:a16="http://schemas.microsoft.com/office/drawing/2014/main" id="{8278EAA9-47C1-051E-8927-B8B0548701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4572" y="2327430"/>
            <a:ext cx="2573376" cy="2573376"/>
          </a:xfrm>
          <a:prstGeom prst="rect">
            <a:avLst/>
          </a:prstGeom>
        </p:spPr>
      </p:pic>
      <p:pic>
        <p:nvPicPr>
          <p:cNvPr id="10" name="Kuva 9">
            <a:extLst>
              <a:ext uri="{FF2B5EF4-FFF2-40B4-BE49-F238E27FC236}">
                <a16:creationId xmlns:a16="http://schemas.microsoft.com/office/drawing/2014/main" id="{F44A7762-B1ED-E4FD-5773-94281545D0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2972" y="2427791"/>
            <a:ext cx="2573376" cy="257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025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32</Words>
  <Application>Microsoft Office PowerPoint</Application>
  <PresentationFormat>Laajakuva</PresentationFormat>
  <Paragraphs>17</Paragraphs>
  <Slides>1</Slides>
  <Notes>0</Notes>
  <HiddenSlides>0</HiddenSlides>
  <MMClips>0</MMClips>
  <ScaleCrop>false</ScaleCrop>
  <HeadingPairs>
    <vt:vector size="6" baseType="variant">
      <vt:variant>
        <vt:lpstr>Käytetyt fontit</vt:lpstr>
      </vt:variant>
      <vt:variant>
        <vt:i4>3</vt:i4>
      </vt:variant>
      <vt:variant>
        <vt:lpstr>Teema</vt:lpstr>
      </vt:variant>
      <vt:variant>
        <vt:i4>1</vt:i4>
      </vt:variant>
      <vt:variant>
        <vt:lpstr>Dian otsikot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Office-teema</vt:lpstr>
      <vt:lpstr>Enneagrammitestin pilotti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Kalle Tarpila</dc:creator>
  <cp:lastModifiedBy>Kalle Tarpila</cp:lastModifiedBy>
  <cp:revision>3</cp:revision>
  <cp:lastPrinted>2025-09-21T08:32:48Z</cp:lastPrinted>
  <dcterms:created xsi:type="dcterms:W3CDTF">2025-09-21T08:01:07Z</dcterms:created>
  <dcterms:modified xsi:type="dcterms:W3CDTF">2025-09-21T08:33:52Z</dcterms:modified>
</cp:coreProperties>
</file>